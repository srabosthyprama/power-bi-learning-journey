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7772400" cy="9715500"/>
  <p:notesSz cx="97155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241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266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PRACTICE #3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Measures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5623559"/>
            <a:ext cx="6675120" cy="1916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SUMX &amp; VAR patterns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YoY, MoM, YTD, QTD, MTD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Power BI Desktop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67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2</a:t>
            </a:r>
            <a:endParaRPr lang="en-US" sz="2400" dirty="0"/>
          </a:p>
        </p:txBody>
      </p:sp>
      <p:pic>
        <p:nvPicPr>
          <p:cNvPr id="5" name="Image 0" descr="/home/claude/dax3/Screenshot_2026-07-19_1311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02" y="1719738"/>
            <a:ext cx="7310195" cy="1474990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4064529"/>
            <a:ext cx="6766560" cy="16452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What it does: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SUMX is an iterator - goes row by row through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Fact_Sales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each row, multiplies OrderQuantity by ProductPrice (pulled in via RELATED)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After every row is calculated, adds all the results together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6579627"/>
            <a:ext cx="6766560" cy="1174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One total revenue number - the sum of every row's calculated revenue, based on whatever filter is applied (year, product, region, etc.)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2</a:t>
            </a:r>
            <a:endParaRPr lang="en-US" sz="2400" dirty="0"/>
          </a:p>
        </p:txBody>
      </p:sp>
      <p:pic>
        <p:nvPicPr>
          <p:cNvPr id="5" name="Image 0" descr="/home/claude/dax3/Screenshot_2026-07-19_1458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59" y="1734330"/>
            <a:ext cx="5731082" cy="3251558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5827646"/>
            <a:ext cx="6766560" cy="1098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What it does: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 calculates revenue and cost once, then stores them as short, reusable names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Then subtracts cost from revenue to get profit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7431682"/>
            <a:ext cx="6766560" cy="549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One total profit number - built from clear, reusable steps instead of one long formula.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2</a:t>
            </a:r>
            <a:endParaRPr lang="en-US" sz="2400" dirty="0"/>
          </a:p>
        </p:txBody>
      </p:sp>
      <p:pic>
        <p:nvPicPr>
          <p:cNvPr id="5" name="Image 0" descr="/home/claude/dax3/Screenshot_2026-07-19_1508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48" y="1730602"/>
            <a:ext cx="5724903" cy="3676286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19" y="6064539"/>
            <a:ext cx="6766560" cy="1295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What it does: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Uses VAR to calculate revenue, cost, and profit first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Divides profit by revenue using DIVIDE, which returns blank instead of an error if revenue is 0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7959600"/>
            <a:ext cx="6766560" cy="725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Profit margin shown as a percentage, safe from divide-by-zero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Ratio</a:t>
            </a:r>
            <a:endParaRPr lang="en-US" sz="2400" dirty="0"/>
          </a:p>
        </p:txBody>
      </p:sp>
      <p:pic>
        <p:nvPicPr>
          <p:cNvPr id="5" name="Image 0" descr="/home/claude/dax3/Screenshot_2026-07-19_1522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54" y="1916130"/>
            <a:ext cx="5966092" cy="3344981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6293219"/>
            <a:ext cx="6766560" cy="11014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What it does: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Same VAR + DIVIDE pattern as profit margin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Divides cost by revenue instead of profit by revenue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8030818"/>
            <a:ext cx="6766560" cy="6484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Cost of goods sold (COGS) shown as a percentage of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Sales - DATEADD</a:t>
            </a:r>
            <a:endParaRPr lang="en-US" sz="2400" dirty="0"/>
          </a:p>
        </p:txBody>
      </p:sp>
      <p:pic>
        <p:nvPicPr>
          <p:cNvPr id="5" name="Image 0" descr="/home/claude/dax3/Screenshot_2026-07-19_2217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9" y="2246362"/>
            <a:ext cx="6473182" cy="2006512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5657432"/>
            <a:ext cx="6766560" cy="1241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CALCULATE changes the filter, then recalculates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DATEADD shifts every date back by 1 year (Number = -1, Interval = YEAR)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7555847"/>
            <a:ext cx="6766560" cy="717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Revenue from the same period last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Sales - SAMEPERIODLASTYEAR</a:t>
            </a:r>
            <a:endParaRPr lang="en-US" sz="2400" dirty="0"/>
          </a:p>
        </p:txBody>
      </p:sp>
      <p:pic>
        <p:nvPicPr>
          <p:cNvPr id="5" name="Image 0" descr="/home/claude/dax3/Screenshot_2026-07-19_2224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20" y="1929384"/>
            <a:ext cx="6199159" cy="1865376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48640" y="5041792"/>
            <a:ext cx="6766560" cy="1303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Returns the same dates as this year, just shifted back one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Same result as DATEADD(-1, YEAR), just a shorter, simpler function name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6751931"/>
            <a:ext cx="6766560" cy="566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Same result as the DATEADD version - just a cleaner, shorter formula.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Wise Sales Diff</a:t>
            </a:r>
            <a:endParaRPr lang="en-US" sz="2400" dirty="0"/>
          </a:p>
        </p:txBody>
      </p:sp>
      <p:pic>
        <p:nvPicPr>
          <p:cNvPr id="5" name="Image 0" descr="/home/claude/dax3/Screenshot_2026-07-19_2227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42" y="2652568"/>
            <a:ext cx="6766560" cy="822961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635442" y="4577501"/>
            <a:ext cx="6766560" cy="1108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Takes Current Year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Subtracts Previous Year Sales: Current Year Sales - Previous Year Sales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653512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How much revenue went up or down compared to last year.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Sales Growth %</a:t>
            </a:r>
            <a:endParaRPr lang="en-US" sz="2400" dirty="0"/>
          </a:p>
        </p:txBody>
      </p:sp>
      <p:pic>
        <p:nvPicPr>
          <p:cNvPr id="5" name="Image 0" descr="/home/claude/dax3/Screenshot_2026-07-19_2239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03" y="2158752"/>
            <a:ext cx="7164593" cy="822960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4444946"/>
            <a:ext cx="6766560" cy="1362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Divides the yearly difference by Previous Year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DIVIDE keeps it safe from errors when last year's revenue is 0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6753081"/>
            <a:ext cx="6766560" cy="803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Growth compared to last year, shown as a percentage.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Sales Growth % 2</a:t>
            </a:r>
            <a:endParaRPr lang="en-US" sz="2400" dirty="0"/>
          </a:p>
        </p:txBody>
      </p:sp>
      <p:pic>
        <p:nvPicPr>
          <p:cNvPr id="5" name="Image 0" descr="/home/claude/dax3/Screenshot_2026-07-19_2319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21" y="1955888"/>
            <a:ext cx="6718459" cy="2178790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5114676"/>
            <a:ext cx="6766560" cy="1484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Same YoY growth logic, written as a single measure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VAR stores current year, previous year, and the difference, then reuses them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6912864"/>
            <a:ext cx="676656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Same growth % as before - confirms the formula is correct.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Output - Sliced by Year</a:t>
            </a:r>
            <a:endParaRPr lang="en-US" sz="2400" dirty="0"/>
          </a:p>
        </p:txBody>
      </p:sp>
      <p:pic>
        <p:nvPicPr>
          <p:cNvPr id="5" name="Image 0" descr="/home/claude/dax3/Screenshot_2026-07-19_2323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93" y="1878337"/>
            <a:ext cx="6172013" cy="4259381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6498151"/>
            <a:ext cx="6766560" cy="1466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Table filtered to year 2021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Shows revenue, last year's revenue, the difference, and both growth % formulas side by side</a:t>
            </a:r>
          </a:p>
        </p:txBody>
      </p:sp>
      <p:sp>
        <p:nvSpPr>
          <p:cNvPr id="7" name="Text 4"/>
          <p:cNvSpPr/>
          <p:nvPr/>
        </p:nvSpPr>
        <p:spPr>
          <a:xfrm>
            <a:off x="502919" y="8190917"/>
            <a:ext cx="6766560" cy="8296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Both growth % formulas match every month - proof the two versions calculate identically.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Sales Growth % 2</a:t>
            </a:r>
            <a:endParaRPr lang="en-US" sz="2400" dirty="0"/>
          </a:p>
        </p:txBody>
      </p:sp>
      <p:pic>
        <p:nvPicPr>
          <p:cNvPr id="5" name="Image 0" descr="/home/claude/dax3/Screenshot_2026-07-19_2326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39" y="1929384"/>
            <a:ext cx="6475321" cy="2059520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5108713"/>
            <a:ext cx="6766560" cy="1246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Same idea as YoY, but DATEADD shifts back 1 month instead of 1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MoM Sales Growth % = MoM Sales Different / Previous Month Sales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6779514"/>
            <a:ext cx="6766560" cy="8001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Growth compared to last month, shown as a percentage.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Sales</a:t>
            </a:r>
            <a:endParaRPr lang="en-US" sz="2400" dirty="0"/>
          </a:p>
        </p:txBody>
      </p:sp>
      <p:pic>
        <p:nvPicPr>
          <p:cNvPr id="5" name="Image 0" descr="/home/claude/dax3/Screenshot_2026-07-19_234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37968"/>
            <a:ext cx="6989505" cy="1428749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4642182"/>
            <a:ext cx="6766560" cy="1428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DATESYTD returns every date from Jan 1 to the current date in the filter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CALCULATE adds up revenue across those days - restarts fresh every new year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6590995"/>
            <a:ext cx="6766560" cy="724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Running total of sales so far this year.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Output - Daily Running Total</a:t>
            </a:r>
            <a:endParaRPr lang="en-US" sz="2400" dirty="0"/>
          </a:p>
        </p:txBody>
      </p:sp>
      <p:pic>
        <p:nvPicPr>
          <p:cNvPr id="5" name="Image 0" descr="/home/claude/dax3/Screenshot_2026-07-19_234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937" y="1624583"/>
            <a:ext cx="3982526" cy="4798943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6966071"/>
            <a:ext cx="6766560" cy="944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Table shows revenue next to YTD sales for each day - YTD keeps accumulating as the year goes on</a:t>
            </a:r>
          </a:p>
        </p:txBody>
      </p:sp>
      <p:sp>
        <p:nvSpPr>
          <p:cNvPr id="7" name="Text 4"/>
          <p:cNvSpPr/>
          <p:nvPr/>
        </p:nvSpPr>
        <p:spPr>
          <a:xfrm>
            <a:off x="595686" y="8148032"/>
            <a:ext cx="6766560" cy="944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By Jan 14, YTD sales reached 256,076.66 - the running total so far.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Sales</a:t>
            </a:r>
            <a:endParaRPr lang="en-US" sz="2400" dirty="0"/>
          </a:p>
        </p:txBody>
      </p:sp>
      <p:pic>
        <p:nvPicPr>
          <p:cNvPr id="5" name="Image 0" descr="/home/claude/dax3/Screenshot_2026-07-20_0002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99" y="1820293"/>
            <a:ext cx="6611602" cy="1398459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4848116"/>
            <a:ext cx="6766560" cy="822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DATESMTD returns every date from the 1st of this month to today - restarts each new month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6590996"/>
            <a:ext cx="6766560" cy="822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Running total of sales so far this month.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Sales</a:t>
            </a:r>
            <a:endParaRPr lang="en-US" sz="2400" dirty="0"/>
          </a:p>
        </p:txBody>
      </p:sp>
      <p:pic>
        <p:nvPicPr>
          <p:cNvPr id="5" name="Image 0" descr="/home/claude/dax3/Screenshot_2026-07-20_000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16" y="2047262"/>
            <a:ext cx="7026367" cy="1410164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4677914"/>
            <a:ext cx="6766560" cy="822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DATESQTD returns every date from the start of this quarter to today - restarts each new quarter</a:t>
            </a:r>
          </a:p>
        </p:txBody>
      </p:sp>
      <p:sp>
        <p:nvSpPr>
          <p:cNvPr id="7" name="Text 4"/>
          <p:cNvSpPr/>
          <p:nvPr/>
        </p:nvSpPr>
        <p:spPr>
          <a:xfrm>
            <a:off x="502919" y="6605176"/>
            <a:ext cx="6766560" cy="726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Running total of sales so far this quarter.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94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Output  Resets Each Quarter</a:t>
            </a:r>
            <a:endParaRPr lang="en-US" sz="2400" dirty="0"/>
          </a:p>
        </p:txBody>
      </p:sp>
      <p:pic>
        <p:nvPicPr>
          <p:cNvPr id="5" name="Image 0" descr="/home/claude/dax3/Screenshot_2026-07-20_0037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089" y="1651087"/>
            <a:ext cx="3080222" cy="4531413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sp>
        <p:nvSpPr>
          <p:cNvPr id="6" name="Text 3"/>
          <p:cNvSpPr/>
          <p:nvPr/>
        </p:nvSpPr>
        <p:spPr>
          <a:xfrm>
            <a:off x="502920" y="6536529"/>
            <a:ext cx="6766560" cy="1036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/>
              <a:t>What it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Table tracks revenue and QTD sales through March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QTD keeps accumulating through the quarter, reaching 1,760,975.00 by March 31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8098630"/>
            <a:ext cx="6766560" cy="935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2000" dirty="0"/>
              <a:t>On April 1, QTD resets to 12,133.01 - proof it starts over each new quarter.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646</Words>
  <Application>Microsoft Office PowerPoint</Application>
  <PresentationFormat>Custom</PresentationFormat>
  <Paragraphs>100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Srabosthy Das Prama</cp:lastModifiedBy>
  <cp:revision>2</cp:revision>
  <dcterms:created xsi:type="dcterms:W3CDTF">2026-07-19T19:16:26Z</dcterms:created>
  <dcterms:modified xsi:type="dcterms:W3CDTF">2026-07-19T20:19:54Z</dcterms:modified>
</cp:coreProperties>
</file>